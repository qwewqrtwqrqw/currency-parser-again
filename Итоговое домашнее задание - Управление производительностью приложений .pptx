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75618"/>
          </a:xfrm>
        </p:spPr>
      </p:pic>
      <p:sp>
        <p:nvSpPr>
          <p:cNvPr id="5" name="TextBox 4"/>
          <p:cNvSpPr txBox="1"/>
          <p:nvPr/>
        </p:nvSpPr>
        <p:spPr>
          <a:xfrm>
            <a:off x="1600200" y="4953000"/>
            <a:ext cx="564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Сделан </a:t>
            </a:r>
            <a:r>
              <a:rPr lang="en-US" dirty="0" smtClean="0"/>
              <a:t>Dashboard </a:t>
            </a:r>
            <a:r>
              <a:rPr lang="ru-RU" dirty="0" smtClean="0"/>
              <a:t>на </a:t>
            </a:r>
            <a:r>
              <a:rPr lang="en-US" dirty="0" err="1" smtClean="0"/>
              <a:t>Grafana</a:t>
            </a:r>
            <a:r>
              <a:rPr lang="en-US" dirty="0" smtClean="0"/>
              <a:t> </a:t>
            </a:r>
            <a:r>
              <a:rPr lang="ru-RU" dirty="0" smtClean="0"/>
              <a:t>с данными из </a:t>
            </a:r>
            <a:r>
              <a:rPr lang="en-US" dirty="0" smtClean="0"/>
              <a:t>Prometheus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149" y="457200"/>
            <a:ext cx="6465702" cy="4275618"/>
          </a:xfrm>
        </p:spPr>
      </p:pic>
      <p:sp>
        <p:nvSpPr>
          <p:cNvPr id="5" name="TextBox 4"/>
          <p:cNvSpPr txBox="1"/>
          <p:nvPr/>
        </p:nvSpPr>
        <p:spPr>
          <a:xfrm>
            <a:off x="2286000" y="4953000"/>
            <a:ext cx="403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Данные из </a:t>
            </a:r>
            <a:r>
              <a:rPr lang="en-US" dirty="0" err="1" smtClean="0"/>
              <a:t>VisualVM</a:t>
            </a:r>
            <a:r>
              <a:rPr lang="en-US" dirty="0" smtClean="0"/>
              <a:t> </a:t>
            </a:r>
            <a:r>
              <a:rPr lang="ru-RU" dirty="0" smtClean="0"/>
              <a:t>в состоянии покоя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Далее я использовал </a:t>
            </a:r>
            <a:r>
              <a:rPr lang="en-US" sz="2000" dirty="0" err="1" smtClean="0"/>
              <a:t>JMeter</a:t>
            </a:r>
            <a:r>
              <a:rPr lang="en-US" sz="2000" dirty="0" smtClean="0"/>
              <a:t> </a:t>
            </a:r>
            <a:r>
              <a:rPr lang="ru-RU" sz="2000" dirty="0" smtClean="0"/>
              <a:t>чтобы нагрузить парсер</a:t>
            </a:r>
            <a:r>
              <a:rPr lang="en-US" sz="2000" dirty="0" smtClean="0"/>
              <a:t> 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Сначала данные были</a:t>
            </a:r>
            <a:r>
              <a:rPr lang="en-US" sz="2000" dirty="0" smtClean="0"/>
              <a:t>: 50</a:t>
            </a:r>
            <a:r>
              <a:rPr lang="ru-RU" sz="2000" dirty="0" smtClean="0"/>
              <a:t> </a:t>
            </a:r>
            <a:r>
              <a:rPr lang="ru-RU" sz="2000" dirty="0" smtClean="0"/>
              <a:t>пользователей, длительность 30 секунд, 1 цикл</a:t>
            </a:r>
          </a:p>
          <a:p>
            <a:pPr>
              <a:buNone/>
            </a:pPr>
            <a:r>
              <a:rPr lang="ru-RU" sz="2000" u="sng" dirty="0" smtClean="0"/>
              <a:t>Но это почти не создало нагрузки</a:t>
            </a:r>
          </a:p>
          <a:p>
            <a:pPr>
              <a:buNone/>
            </a:pPr>
            <a:r>
              <a:rPr lang="ru-RU" sz="2000" dirty="0" smtClean="0"/>
              <a:t>Пришлось вводить новые данные</a:t>
            </a:r>
            <a:r>
              <a:rPr lang="en-US" sz="2000" dirty="0" smtClean="0"/>
              <a:t>: 200 </a:t>
            </a:r>
            <a:r>
              <a:rPr lang="ru-RU" sz="2000" dirty="0" smtClean="0"/>
              <a:t>пользователей, длительность 2 секунды, 20 циклов = 4000 запросов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057400"/>
            <a:ext cx="8024619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388" y="457200"/>
            <a:ext cx="4921224" cy="4275618"/>
          </a:xfrm>
        </p:spPr>
      </p:pic>
      <p:sp>
        <p:nvSpPr>
          <p:cNvPr id="5" name="TextBox 4"/>
          <p:cNvSpPr txBox="1"/>
          <p:nvPr/>
        </p:nvSpPr>
        <p:spPr>
          <a:xfrm>
            <a:off x="2441276" y="4866736"/>
            <a:ext cx="372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Данные из </a:t>
            </a:r>
            <a:r>
              <a:rPr lang="en-US" dirty="0" err="1" smtClean="0"/>
              <a:t>VisualVM</a:t>
            </a:r>
            <a:r>
              <a:rPr lang="en-US" dirty="0" smtClean="0"/>
              <a:t> </a:t>
            </a:r>
            <a:r>
              <a:rPr lang="ru-RU" dirty="0" smtClean="0"/>
              <a:t>после нагрузки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5257800"/>
            <a:ext cx="4923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По какой-то причине </a:t>
            </a:r>
            <a:r>
              <a:rPr lang="en-US" sz="1400" dirty="0" smtClean="0"/>
              <a:t>CPU usage </a:t>
            </a:r>
            <a:r>
              <a:rPr lang="ru-RU" sz="1400" dirty="0" smtClean="0"/>
              <a:t>и </a:t>
            </a:r>
            <a:r>
              <a:rPr lang="en-US" sz="1400" dirty="0" smtClean="0"/>
              <a:t>GC activity </a:t>
            </a:r>
            <a:r>
              <a:rPr lang="ru-RU" sz="1400" dirty="0" smtClean="0"/>
              <a:t>держатся на нуле</a:t>
            </a:r>
            <a:endParaRPr lang="ru-RU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228600"/>
            <a:ext cx="6118212" cy="4071847"/>
          </a:xfrm>
        </p:spPr>
      </p:pic>
      <p:sp>
        <p:nvSpPr>
          <p:cNvPr id="5" name="TextBox 4"/>
          <p:cNvSpPr txBox="1"/>
          <p:nvPr/>
        </p:nvSpPr>
        <p:spPr>
          <a:xfrm>
            <a:off x="1905000" y="4495800"/>
            <a:ext cx="603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Данные из </a:t>
            </a:r>
            <a:r>
              <a:rPr lang="en-US" dirty="0" err="1" smtClean="0"/>
              <a:t>VisualVM</a:t>
            </a:r>
            <a:r>
              <a:rPr lang="en-US" dirty="0" smtClean="0"/>
              <a:t> </a:t>
            </a:r>
            <a:r>
              <a:rPr lang="ru-RU" dirty="0" smtClean="0"/>
              <a:t>после оптимизации в состоянии покоя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304800"/>
            <a:ext cx="6320704" cy="4235411"/>
          </a:xfrm>
        </p:spPr>
      </p:pic>
      <p:sp>
        <p:nvSpPr>
          <p:cNvPr id="5" name="TextBox 4"/>
          <p:cNvSpPr txBox="1"/>
          <p:nvPr/>
        </p:nvSpPr>
        <p:spPr>
          <a:xfrm>
            <a:off x="1981200" y="4648200"/>
            <a:ext cx="527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Данные из </a:t>
            </a:r>
            <a:r>
              <a:rPr lang="en-US" dirty="0" err="1" smtClean="0"/>
              <a:t>VisualVM</a:t>
            </a:r>
            <a:r>
              <a:rPr lang="ru-RU" dirty="0" smtClean="0"/>
              <a:t> после оптимизации</a:t>
            </a:r>
            <a:r>
              <a:rPr lang="en-US" dirty="0" smtClean="0"/>
              <a:t> </a:t>
            </a:r>
            <a:r>
              <a:rPr lang="ru-RU" dirty="0" smtClean="0"/>
              <a:t>и</a:t>
            </a:r>
            <a:r>
              <a:rPr lang="ru-RU" dirty="0" smtClean="0"/>
              <a:t> нагрузки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156773"/>
            <a:ext cx="6320704" cy="2531465"/>
          </a:xfrm>
        </p:spPr>
      </p:pic>
      <p:sp>
        <p:nvSpPr>
          <p:cNvPr id="5" name="TextBox 4"/>
          <p:cNvSpPr txBox="1"/>
          <p:nvPr/>
        </p:nvSpPr>
        <p:spPr>
          <a:xfrm>
            <a:off x="2057400" y="3886200"/>
            <a:ext cx="5272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Данные из </a:t>
            </a:r>
            <a:r>
              <a:rPr lang="en-US" dirty="0" err="1" smtClean="0"/>
              <a:t>Grafana</a:t>
            </a:r>
            <a:r>
              <a:rPr lang="ru-RU" dirty="0" smtClean="0"/>
              <a:t> </a:t>
            </a:r>
            <a:r>
              <a:rPr lang="ru-RU" dirty="0" smtClean="0"/>
              <a:t>после оптимизации</a:t>
            </a:r>
            <a:r>
              <a:rPr lang="en-US" dirty="0" smtClean="0"/>
              <a:t> (</a:t>
            </a:r>
            <a:r>
              <a:rPr lang="ru-RU" dirty="0" smtClean="0"/>
              <a:t>до и после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4267200"/>
            <a:ext cx="4099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Кастомная метрика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jvm_memory_used_bytes</a:t>
            </a:r>
            <a:endParaRPr lang="ru-RU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</Words>
  <Application>Microsoft Office PowerPoint</Application>
  <PresentationFormat>On-screen Show (4:3)</PresentationFormat>
  <Paragraphs>12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</cp:revision>
  <dcterms:created xsi:type="dcterms:W3CDTF">2006-08-16T00:00:00Z</dcterms:created>
  <dcterms:modified xsi:type="dcterms:W3CDTF">2025-12-30T18:13:33Z</dcterms:modified>
</cp:coreProperties>
</file>